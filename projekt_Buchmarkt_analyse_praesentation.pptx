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56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17A378-ED36-3161-D94D-D5A8EABA7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23CC51-C104-730A-669D-458BF48B9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40784F-114E-2692-5116-C21DC9FF4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E8AA1E-E574-D6B0-923D-E7D196EF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B087CA-7CD3-EB38-EF0C-59142E9E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85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40FAEC-467B-E178-FF37-DAB146C0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D38B3B-BA3C-1BF0-0E10-599F5A784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DA4463-0216-4813-C8EC-CDEA9B58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B13E8E-183B-ABE5-CC7B-290854D5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9E6D3B-2DF1-1FBD-8EFE-B9F68D80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06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DBE083-5E81-68E3-CE01-4A3611CEA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D6B0CD-C1EB-0A0A-B6CA-8CD61D38B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E46D65-C534-5A96-DFFA-66E7281F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1174BF-8145-71B6-D14A-33D4B89D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357EB-E1E7-17A4-0907-5912AE2C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22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FDA89-1809-6F21-3E33-FB9C119A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42EBE0-C506-23B9-5309-8E06DB9DD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A578AD-D736-114B-B917-6DA535C31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712E35-A17D-48C0-6E4C-F8D09149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2AD5F0-313E-5EDC-941B-027981E5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697F8F-200D-A570-6E93-C38F20AA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467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3C5CCA-D4A1-1C2C-62E0-54EB4526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C476DA-1F5A-596E-3BEF-0EC6B666D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2C00CB-51FA-B9D4-E74C-50EC7D806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18B2CA-E7D4-529D-07AB-7F2A782FF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E57F3C2-A630-B959-E548-6DD037FD1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31512B-09CD-28A3-FC75-98870333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8C8B82A-F818-871A-589C-6A4AB5D2A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CB75444-9D93-DC06-6B34-E79DF9E3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575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7BC7E-8ACD-D90E-56D1-DF61BC04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5B586D-D93D-2C71-DF7C-624A38FB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384F91-0554-76D6-D289-B9A2CD90C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A46979-D9D0-558D-0DC6-C5609C21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97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BAAE5A-9A0D-B261-80AC-BE6125E6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7E009D-9E31-9197-8DC0-C6E41252C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898AE0-ECD3-3F86-CF60-2D0C9D45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389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E09F22-AD06-A4B9-CCC3-4D8460A54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BC3189-42AE-6461-BD62-C40D1CD88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963AD6-0C07-ED0B-5444-D0DB4759B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E514B8-5A99-6C40-D023-1EBB4F91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F1229D-8B69-EEEE-812E-87C8E72CF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A6D563-3D6A-CAAB-D029-D816F73B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00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8B7FB8-451D-A7B1-C21D-B9E4EDB9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AA21AA8-A67D-B0CA-6A85-3CCCD25F5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5AD5CA-F029-4351-9881-6E7D876BD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9EB50C-60C5-DF70-E64B-EAF6949E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24CE6B-D34B-4126-AE90-66EC18FD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5B9B30-00D6-8EB8-376A-629F88EA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502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F579B-E614-EF23-369B-90EC5096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98ABB4-5639-5F9C-D0AB-842E4FA48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C50B3C-7416-5366-A4E7-27153413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A18FBA-6A66-F8E9-793F-23A41484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ACF793-EDAE-951D-D0E5-4451973F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602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A94BE2-1D25-3388-78C0-FA3A6A44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276690-A72A-2AF0-F80B-7C2798791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9058D9-3E66-FF49-3C23-4FD71C24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D2CB17-39A7-50DC-3FC4-AA6A91CB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59C5E0-A186-9854-3C91-334FE85A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14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6D6F176-71D3-2CE5-EA9F-11A334DC3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C9E414-A1CE-B9DE-9855-3355BEB26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191E29-6BA4-7E2C-522C-35614332E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30608-1113-420C-8104-6B45EA3AA5F1}" type="datetimeFigureOut">
              <a:rPr lang="de-DE" smtClean="0"/>
              <a:t>16.04.2026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095AC8-BF34-C91E-8A9E-FF2F933E8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133A92-1CE7-EC26-0C5D-B50A004C7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00620-9577-4CE0-BD54-B741AE66D1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706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na-Wow/Datengetriebene-Buchmarktanalyse-NLP-basiertes-Empfehlungssystem-und-Verfilmungsprognose-mittels-ML/tree/main" TargetMode="External"/><Relationship Id="rId7" Type="http://schemas.openxmlformats.org/officeDocument/2006/relationships/hyperlink" Target="https://developers.google.com/books" TargetMode="External"/><Relationship Id="rId2" Type="http://schemas.openxmlformats.org/officeDocument/2006/relationships/hyperlink" Target="https://github.com/Lena-Wow/Datengetriebene-Buchmarktanalyse-NLP-basiertes-Empfehlungssystem-und-Verfilmungsprognose-mittels-ML/tree/main/SCRU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library.org/dev/docs/api/covers" TargetMode="External"/><Relationship Id="rId5" Type="http://schemas.openxmlformats.org/officeDocument/2006/relationships/hyperlink" Target="https://www.goodreads.com/" TargetMode="External"/><Relationship Id="rId4" Type="http://schemas.openxmlformats.org/officeDocument/2006/relationships/hyperlink" Target="https://www.kaggle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2FFEA-89F8-58A0-E5F5-4E823F96E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50774D-23ED-A438-B43B-EE2F5A69D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4CC8972-3052-8F74-6D68-F868BB9D1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515" y="1122362"/>
            <a:ext cx="9356970" cy="413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32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EEA897D6-D51C-FAA4-E8F0-C491B86B5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253" y="506187"/>
            <a:ext cx="10595839" cy="5494563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3A706D-9ADC-6826-E6BE-31149FD7C0D8}"/>
              </a:ext>
            </a:extLst>
          </p:cNvPr>
          <p:cNvSpPr/>
          <p:nvPr/>
        </p:nvSpPr>
        <p:spPr>
          <a:xfrm>
            <a:off x="8237764" y="2024743"/>
            <a:ext cx="3224893" cy="3959678"/>
          </a:xfrm>
          <a:prstGeom prst="round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85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7BC945-D2FB-C04E-E796-147234098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8214"/>
            <a:ext cx="10515600" cy="619669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de-DE" b="1" dirty="0"/>
              <a:t>📎 </a:t>
            </a:r>
            <a:r>
              <a:rPr lang="de-DE" b="1" dirty="0" err="1"/>
              <a:t>Credits</a:t>
            </a:r>
            <a:endParaRPr lang="de-DE" b="1" dirty="0"/>
          </a:p>
          <a:p>
            <a:pPr marL="0" indent="0">
              <a:buNone/>
            </a:pPr>
            <a:r>
              <a:rPr lang="de-DE" dirty="0"/>
              <a:t>Dieses Projekt wurde im Rahmen des Data Science Institute entwickelt.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b="1" dirty="0"/>
              <a:t>Verwendete Modelle und Methoden: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Explorative Datenanalyse (Pandas, </a:t>
            </a:r>
            <a:r>
              <a:rPr lang="de-DE" dirty="0" err="1"/>
              <a:t>Seaborn</a:t>
            </a:r>
            <a:r>
              <a:rPr lang="de-DE" dirty="0"/>
              <a:t>, </a:t>
            </a:r>
            <a:r>
              <a:rPr lang="de-DE" dirty="0" err="1"/>
              <a:t>Matplotlib</a:t>
            </a:r>
            <a:r>
              <a:rPr lang="de-DE" dirty="0"/>
              <a:t>)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Lineare Regressionsmodelle zur Untersuchung von Einflussfaktoren auf den Bruttoumsatz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Korrelationsanalysen (Pearson)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Logistische Regression zur Verfilmungsprognose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Modellbewertung mittels </a:t>
            </a:r>
            <a:r>
              <a:rPr lang="de-DE" dirty="0" err="1"/>
              <a:t>Accuracy</a:t>
            </a:r>
            <a:r>
              <a:rPr lang="de-DE" dirty="0"/>
              <a:t>, Precision, Recall, AUC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Semantische Textanalyse mit </a:t>
            </a:r>
            <a:r>
              <a:rPr lang="de-DE" dirty="0" err="1"/>
              <a:t>SentenceTransformers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TF-IDF-Vektorisierung &amp; </a:t>
            </a:r>
            <a:r>
              <a:rPr lang="de-DE" dirty="0" err="1"/>
              <a:t>Cosine</a:t>
            </a:r>
            <a:r>
              <a:rPr lang="de-DE" dirty="0"/>
              <a:t> </a:t>
            </a:r>
            <a:r>
              <a:rPr lang="de-DE" dirty="0" err="1"/>
              <a:t>Similarity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Text-</a:t>
            </a:r>
            <a:r>
              <a:rPr lang="de-DE" dirty="0" err="1"/>
              <a:t>Preprocessing</a:t>
            </a:r>
            <a:r>
              <a:rPr lang="de-DE" dirty="0"/>
              <a:t> inkl. Tokenisierung, </a:t>
            </a:r>
            <a:r>
              <a:rPr lang="de-DE" dirty="0" err="1"/>
              <a:t>Stopword</a:t>
            </a:r>
            <a:r>
              <a:rPr lang="de-DE" dirty="0"/>
              <a:t>-Filterung (NLTK &amp; </a:t>
            </a:r>
            <a:r>
              <a:rPr lang="de-DE" dirty="0" err="1"/>
              <a:t>scikit-learn</a:t>
            </a:r>
            <a:r>
              <a:rPr lang="de-DE" dirty="0"/>
              <a:t>)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 err="1"/>
              <a:t>WordClouds</a:t>
            </a:r>
            <a:r>
              <a:rPr lang="de-DE" dirty="0"/>
              <a:t> zur Visualisierung</a:t>
            </a:r>
            <a:br>
              <a:rPr lang="de-DE" dirty="0"/>
            </a:b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b="1" dirty="0"/>
              <a:t>Technologien &amp; Bibliotheken:</a:t>
            </a:r>
            <a:br>
              <a:rPr lang="de-DE" dirty="0"/>
            </a:br>
            <a:r>
              <a:rPr lang="de-DE" dirty="0" err="1"/>
              <a:t>Streamlit</a:t>
            </a:r>
            <a:r>
              <a:rPr lang="de-DE" dirty="0"/>
              <a:t> · Pandas · </a:t>
            </a:r>
            <a:r>
              <a:rPr lang="de-DE" dirty="0" err="1"/>
              <a:t>NumPy</a:t>
            </a:r>
            <a:r>
              <a:rPr lang="de-DE" dirty="0"/>
              <a:t> · </a:t>
            </a:r>
            <a:r>
              <a:rPr lang="de-DE" dirty="0" err="1"/>
              <a:t>scikit-learn</a:t>
            </a:r>
            <a:r>
              <a:rPr lang="de-DE" dirty="0"/>
              <a:t> · </a:t>
            </a:r>
            <a:r>
              <a:rPr lang="de-DE" dirty="0" err="1"/>
              <a:t>Matplotlib</a:t>
            </a:r>
            <a:r>
              <a:rPr lang="de-DE" dirty="0"/>
              <a:t> · </a:t>
            </a:r>
            <a:r>
              <a:rPr lang="de-DE" dirty="0" err="1"/>
              <a:t>Seaborn</a:t>
            </a:r>
            <a:r>
              <a:rPr lang="de-DE" dirty="0"/>
              <a:t> · </a:t>
            </a:r>
            <a:r>
              <a:rPr lang="de-DE" dirty="0" err="1"/>
              <a:t>SentenceTransformers</a:t>
            </a:r>
            <a:r>
              <a:rPr lang="de-DE" dirty="0"/>
              <a:t> · NLTK · </a:t>
            </a:r>
            <a:r>
              <a:rPr lang="de-DE" dirty="0" err="1"/>
              <a:t>PyTorch</a:t>
            </a:r>
            <a:r>
              <a:rPr lang="de-DE" dirty="0"/>
              <a:t> · </a:t>
            </a:r>
            <a:r>
              <a:rPr lang="de-DE" dirty="0" err="1"/>
              <a:t>requests</a:t>
            </a:r>
            <a:r>
              <a:rPr lang="de-DE" dirty="0"/>
              <a:t> · </a:t>
            </a:r>
            <a:r>
              <a:rPr lang="de-DE" dirty="0" err="1"/>
              <a:t>ast</a:t>
            </a:r>
            <a:br>
              <a:rPr lang="de-DE" dirty="0"/>
            </a:b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Projektmanagement mit </a:t>
            </a:r>
            <a:r>
              <a:rPr lang="de-DE" b="1" u="sng" dirty="0">
                <a:hlinkClick r:id="rId2"/>
              </a:rPr>
              <a:t>SCRUM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Zusammenarbeit &amp; Versionskontrolle mit </a:t>
            </a:r>
            <a:r>
              <a:rPr lang="de-DE" b="1" u="sng" dirty="0">
                <a:hlinkClick r:id="rId3"/>
              </a:rPr>
              <a:t>GitHub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/>
              <a:t>Datenquellen: </a:t>
            </a:r>
            <a:r>
              <a:rPr lang="de-DE" u="sng" dirty="0" err="1">
                <a:hlinkClick r:id="rId4"/>
              </a:rPr>
              <a:t>Kaggle</a:t>
            </a:r>
            <a:r>
              <a:rPr lang="de-DE" dirty="0"/>
              <a:t>, </a:t>
            </a:r>
            <a:r>
              <a:rPr lang="de-DE" u="sng" dirty="0" err="1">
                <a:hlinkClick r:id="rId5"/>
              </a:rPr>
              <a:t>Goodreads</a:t>
            </a:r>
            <a:r>
              <a:rPr lang="de-DE" dirty="0"/>
              <a:t>, </a:t>
            </a:r>
            <a:r>
              <a:rPr lang="de-DE" u="sng" dirty="0">
                <a:hlinkClick r:id="rId6"/>
              </a:rPr>
              <a:t>Open Library</a:t>
            </a:r>
            <a:r>
              <a:rPr lang="de-DE" dirty="0"/>
              <a:t>, </a:t>
            </a:r>
            <a:r>
              <a:rPr lang="de-DE" u="sng" dirty="0">
                <a:hlinkClick r:id="rId7"/>
              </a:rPr>
              <a:t>Google Books API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449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156FF5-D3F9-E92F-3A30-3E0C7D37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🎬 Prognose von Buchverfilmungen für Neuerscheinungen 2021–2025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60C8DFA-ECE0-A73C-A585-A8709B811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211" y="1597024"/>
            <a:ext cx="1223594" cy="512147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9AA08B1-A902-CA9F-E626-56B814F8F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758" y="1652191"/>
            <a:ext cx="9725295" cy="383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9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BDE2C-4874-12FC-9DC4-4C51F33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Anzahl Bücher pro Jahr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E36B55A8-3D2F-06CE-C825-393E32116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605" y="1825624"/>
            <a:ext cx="7161038" cy="443734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3DF6F65-B8AC-3CDC-F283-0C3F8B38A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2196906" cy="453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73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0FA4FF-9B89-1F6E-5553-8B29BD99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Bewertung vs. Umsatz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A437275-9881-A02A-4F89-384DD1A14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1131"/>
            <a:ext cx="2460170" cy="487178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5463294-B723-E1C9-20E4-E02C3D642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370" y="1801131"/>
            <a:ext cx="7486651" cy="488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37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7FAD0-CA1C-0DCC-BA7C-68A5A78A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Verfilmte Bücher pro Jahr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3C76918-54AC-E06D-9075-67B6A14D6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890" y="1866445"/>
            <a:ext cx="2238239" cy="470332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890398A-CC2B-C0A5-3536-B30AD303F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927" y="1866445"/>
            <a:ext cx="8085116" cy="507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05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Breitbild</PresentationFormat>
  <Paragraphs>20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🎬 Prognose von Buchverfilmungen für Neuerscheinungen 2021–2025</vt:lpstr>
      <vt:lpstr>Anzahl Bücher pro Jahr</vt:lpstr>
      <vt:lpstr>Bewertung vs. Umsatz</vt:lpstr>
      <vt:lpstr>Verfilmte Bücher pro Jahr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Elena Wowchik</dc:creator>
  <cp:lastModifiedBy>Elena Wowchik</cp:lastModifiedBy>
  <cp:revision>2</cp:revision>
  <dcterms:created xsi:type="dcterms:W3CDTF">2026-04-16T15:58:12Z</dcterms:created>
  <dcterms:modified xsi:type="dcterms:W3CDTF">2026-04-16T16:50:40Z</dcterms:modified>
</cp:coreProperties>
</file>